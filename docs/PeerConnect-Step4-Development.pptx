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2700">
            <a:solidFill>
              <a:srgbClr val="D7DEE8">
                <a:alpha val="9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PeerConnect | Step 4 Dynamic Website Development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303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B3C8"/>
                </a:solidFill>
              </a:rPr>
              <a:t>ESPRIT SCHOOL OF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PeerConnect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Step 4: Development of a Dynamic Website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</a:rPr>
              <a:t>Laravel web application evidence: account management, database integration, reporting moderation, testing, and Git workflow.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D166"/>
                </a:solidFill>
              </a:rPr>
              <a:t>21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demo accounts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3749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D166"/>
                </a:solidFill>
              </a:rPr>
              <a:t>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377440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captured screenshots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D166"/>
                </a:solidFill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38912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tests passing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31152" y="658368"/>
            <a:ext cx="4791456" cy="2825496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4" name="Image 0" descr="C:\xampp\htdocs\peerconnect\docs\screenshots\03-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76656"/>
            <a:ext cx="4754880" cy="27889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28232" y="3675888"/>
            <a:ext cx="5294376" cy="2368296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6" name="Image 1" descr="C:\xampp\htdocs\peerconnect\docs\screenshots\06-admin-repo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694176"/>
            <a:ext cx="5257800" cy="23317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" y="629107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8"/>
                </a:solidFill>
              </a:rPr>
              <a:t>Mohamed Amine Klila - Bara Whibi - Eya Rbaii - Nour Mediouni - Yasmine Mejri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PLANNING 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Step 4 turns the DS1 design into working software.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PI planning asks for Laravel development, database integration, account management, testing, and Git/GitHub version control.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12B"/>
                </a:solidFill>
              </a:rPr>
              <a:t>Requirements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DS1 defined the problem, users, features, and constraints.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547872" y="20574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12464" y="2697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12B"/>
                </a:solidFill>
              </a:rPr>
              <a:t>UML design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712464" y="30632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Use cases, classes, objects, and sequences described the system.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364224" y="20574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085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28816" y="2697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12B"/>
                </a:solidFill>
              </a:rPr>
              <a:t>Database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528816" y="30632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Relational tables translate the object model into persistence.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9180576" y="20574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EEF4FF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7D9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45168" y="2697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12B"/>
                </a:solidFill>
              </a:rPr>
              <a:t>Dynamic website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345168" y="306324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Laravel implementation connects UI, routes, models, data, tests, and Git.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1188720" y="4919472"/>
            <a:ext cx="9875520" cy="0"/>
          </a:xfrm>
          <a:prstGeom prst="line">
            <a:avLst/>
          </a:prstGeom>
          <a:noFill/>
          <a:ln w="12700">
            <a:solidFill>
              <a:srgbClr val="0F8B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52303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12B"/>
                </a:solidFill>
              </a:rPr>
              <a:t>Deliverable focus: a functioning PeerConnect web app, not only diagrams.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Laravel MVC keeps the dynamic website organized and reusable.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Controllers coordinate requests, Eloquent models persist data, Blade views render the interface, and middleware protects admin-only pages.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901952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01952"/>
            <a:ext cx="64008" cy="123444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6654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Routes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web.php maps public, authenticated, and admin flows.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901952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901952"/>
            <a:ext cx="64008" cy="1234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6654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Controllers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4048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Dashboard, Profile, Message, Admin, and Report controllers handle behavior.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32120" y="1901952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901952"/>
            <a:ext cx="64008" cy="123444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06654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Models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4048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User, Profile, Connection, Message, Report, Interest, AccessLog.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01000" y="1901952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1901952"/>
            <a:ext cx="64008" cy="1234440"/>
          </a:xfrm>
          <a:prstGeom prst="rect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66544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Blade 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404872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Responsive pages for discovery, profiles, reports, and admin management.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61488" y="2395728"/>
            <a:ext cx="292608" cy="256032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2395728"/>
            <a:ext cx="292608" cy="256032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9248" y="2395728"/>
            <a:ext cx="292608" cy="256032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160520"/>
            <a:ext cx="9509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370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</a:rPr>
              <a:t>Implemented Step 4 modules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470001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98448" y="477316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Authentication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520440" y="470001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477316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Swipe discovery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852160" y="470001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477316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Profiles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8183880" y="4700016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ECEF"/>
          </a:solidFill>
          <a:ln w="12700">
            <a:solidFill>
              <a:srgbClr val="FF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477316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84A5F"/>
                </a:solidFill>
              </a:rPr>
              <a:t>Reports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1188720" y="5084064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98448" y="51572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Admin dashboard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520440" y="5084064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0168" y="51572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Access logs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5852160" y="5084064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515721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457D9"/>
                </a:solidFill>
              </a:rPr>
              <a:t>Seeded demo data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ACCOUNT MANAGEMENT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Simplified demo credentials make the application easy to test.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seed data creates one admin account and twenty student/teacher profiles for realistic role-based demonstrations.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837176" cy="277977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xampp\htdocs\peerconnect\docs\screenshots\02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47088"/>
            <a:ext cx="4800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828800"/>
            <a:ext cx="53492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12B"/>
                </a:solidFill>
              </a:rPr>
              <a:t>Credentials file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200" y="21396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7D9"/>
                </a:solidFill>
              </a:rPr>
              <a:t>docs/demo-accounts.md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63640" y="2697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Admin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0" y="26974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admin@peerconnect.test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992124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4A5F"/>
                </a:solidFill>
              </a:rPr>
              <a:t>admin123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6263640" y="3264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Student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0" y="32644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yasmine@student.peerconnect.test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9921240" y="3264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4A5F"/>
                </a:solidFill>
              </a:rPr>
              <a:t>password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6263640" y="38313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12B"/>
                </a:solidFill>
              </a:rPr>
              <a:t>Teacher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0" y="38313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sami.teacher@peerconnect.test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9921240" y="3831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4A5F"/>
                </a:solidFill>
              </a:rPr>
              <a:t>password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263640" y="4343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57D9"/>
                </a:solidFill>
              </a:rPr>
              <a:t>1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626364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admin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635240" y="4343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8B8D"/>
                </a:solidFill>
              </a:rPr>
              <a:t>10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763524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students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189720" y="4343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84A5F"/>
                </a:solidFill>
              </a:rPr>
              <a:t>10</a:t>
            </a:r>
            <a:endParaRPr lang="en-US" sz="2300" dirty="0"/>
          </a:p>
        </p:txBody>
      </p:sp>
      <p:sp>
        <p:nvSpPr>
          <p:cNvPr id="24" name="Text 21"/>
          <p:cNvSpPr/>
          <p:nvPr/>
        </p:nvSpPr>
        <p:spPr>
          <a:xfrm>
            <a:off x="918972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teachers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LIVE FEATURE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The dashboard proves the matching flow is dynamic.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 logged-in student sees a teacher deck, live counters, preview profiles, and like/pass actions driven by database records.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737360"/>
            <a:ext cx="7580376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xampp\htdocs\peerconnect\docs\screenshots\03-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55648"/>
            <a:ext cx="7543800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1847088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1847088"/>
            <a:ext cx="64008" cy="96012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0" y="20116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Role-aware discovery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0" y="235000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Students discover teachers; teachers discover students.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3090672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49640" y="3090672"/>
            <a:ext cx="64008" cy="96012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0" y="32552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Interactive matching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78240" y="3593592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Like/pass actions update connection records.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549640" y="4334256"/>
            <a:ext cx="265176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9640" y="4334256"/>
            <a:ext cx="64008" cy="9601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0" y="449884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Notification strip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778240" y="483717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Likes and matches are surfaced in the navigation.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NEW SAFETY FEATURE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Users can report bullying, harassment, threats, spam, or unsafe behavior.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report form appears on another user's profile and records the reporter, reported account, reason, details, and pending status.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673352"/>
            <a:ext cx="6574536" cy="4654296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xampp\htdocs\peerconnect\docs\screenshots\04-report-account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6537960" cy="4617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8FA"/>
          </a:solidFill>
          <a:ln w="12700">
            <a:solidFill>
              <a:srgbClr val="F2B8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Stored in reports table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2697480"/>
            <a:ext cx="256032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7212B"/>
                </a:solidFill>
              </a:rPr>
              <a:t>reporter_id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reported_id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category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details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status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admin_notes</a:t>
            </a:r>
            <a:endParaRPr lang="en-US" sz="1100" dirty="0"/>
          </a:p>
          <a:p>
            <a:r>
              <a:rPr lang="en-US" sz="1100" dirty="0">
                <a:solidFill>
                  <a:srgbClr val="17212B"/>
                </a:solidFill>
              </a:rPr>
              <a:t>reviewed_by / reviewed_at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01000" y="4663440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FFECEF"/>
          </a:solidFill>
          <a:ln w="12700">
            <a:solidFill>
              <a:srgbClr val="FFEC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10728" y="4736592"/>
            <a:ext cx="2386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84A5F"/>
                </a:solidFill>
              </a:rPr>
              <a:t>ReportController@store validates and saves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ADMIN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Reports become an admin workflow, not a dead-end form.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Admins can filter reports, open a case, update status, write review notes, or delete invalid reports.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73352"/>
            <a:ext cx="5431536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xampp\htdocs\peerconnect\docs\screenshots\06-admin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539496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36792" y="1673352"/>
            <a:ext cx="5065776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" name="Image 1" descr="C:\xampp\htdocs\peerconnect\docs\screenshots\07-admin-report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91640"/>
            <a:ext cx="5029200" cy="3063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0584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ECEF"/>
          </a:solidFill>
          <a:ln w="12700">
            <a:solidFill>
              <a:srgbClr val="FFEC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15568" y="53035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E84A5F"/>
                </a:solidFill>
              </a:rPr>
              <a:t>Pending</a:t>
            </a:r>
            <a:endParaRPr lang="en-US" sz="820" dirty="0"/>
          </a:p>
        </p:txBody>
      </p:sp>
      <p:sp>
        <p:nvSpPr>
          <p:cNvPr id="11" name="Shape 7"/>
          <p:cNvSpPr/>
          <p:nvPr/>
        </p:nvSpPr>
        <p:spPr>
          <a:xfrm>
            <a:off x="361188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AF7F7"/>
          </a:solidFill>
          <a:ln w="12700">
            <a:solidFill>
              <a:srgbClr val="EAF7F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21608" y="53035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F8B8D"/>
                </a:solidFill>
              </a:rPr>
              <a:t>Reviewing</a:t>
            </a:r>
            <a:endParaRPr lang="en-US" sz="820" dirty="0"/>
          </a:p>
        </p:txBody>
      </p:sp>
      <p:sp>
        <p:nvSpPr>
          <p:cNvPr id="13" name="Shape 9"/>
          <p:cNvSpPr/>
          <p:nvPr/>
        </p:nvSpPr>
        <p:spPr>
          <a:xfrm>
            <a:off x="621792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27648" y="53035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37A57"/>
                </a:solidFill>
              </a:rPr>
              <a:t>Resolved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823960" y="523036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33688" y="530352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67085"/>
                </a:solidFill>
              </a:rPr>
              <a:t>Dismissed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DATABASE INTEGRATION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The feature is backed by migrations, models, relationships, and seeded data.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Step 4 development includes persistent tables and Eloquent relationships that connect users, profiles, messages, reports, and access logs.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23317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47088"/>
            <a:ext cx="64008" cy="187452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1168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Migration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198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create_reports_table adds reporter, reported account, status, notes, reviewer, and timestamps.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11880" y="1847088"/>
            <a:ext cx="23317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847088"/>
            <a:ext cx="64008" cy="18745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01168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350008"/>
            <a:ext cx="198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Report defines categories, statuses, casts, and reporter/reported/reviewer relations.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1847088"/>
            <a:ext cx="23317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847088"/>
            <a:ext cx="64008" cy="187452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350008"/>
            <a:ext cx="198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ReportController handles user submission and admin index/show/update/delete.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1847088"/>
            <a:ext cx="233172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47088"/>
            <a:ext cx="64008" cy="1874520"/>
          </a:xfrm>
          <a:prstGeom prst="rect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011680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Admin 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2350008"/>
            <a:ext cx="1984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Dashboard counts pending reports and lists recent cases for quick moderation.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4434840"/>
            <a:ext cx="9875520" cy="804672"/>
          </a:xfrm>
          <a:prstGeom prst="roundRect">
            <a:avLst>
              <a:gd name="adj" fmla="val 9091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690872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Route evidence: POST /reports/{user} + admin/reports index, show, update, destroy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TESTING AND QA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The implementation was exercised through migrations, screenshots, Blade compilation, and automated tests.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The local demo used SQLite for repeatable verification while the production-style .env remains ready for MySQL once XAMPP MySQL is running.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37A57"/>
                </a:solidFill>
              </a:rPr>
              <a:t>2/2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Laravel tests passed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346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57D9"/>
                </a:solidFill>
              </a:rPr>
              <a:t>5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83464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report routes verified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E84A5F"/>
                </a:solidFill>
              </a:rPr>
              <a:t>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screenshots captured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4088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8B8D"/>
                </a:solidFill>
              </a:rPr>
              <a:t>21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0408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seeded demo users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14400" y="3794760"/>
            <a:ext cx="3017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64008" cy="123444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93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Commands used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297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migrate:fresh --seed, route:list, view:cache, view:clear, artisan test.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3794760"/>
            <a:ext cx="3017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794760"/>
            <a:ext cx="64008" cy="123444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9593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Environment note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4297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MySQL was stopped locally, so screenshots used SQLite to avoid blocking the demo.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3794760"/>
            <a:ext cx="30175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794760"/>
            <a:ext cx="64008" cy="1234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95935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Evidence folder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297680"/>
            <a:ext cx="2670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docs/screenshots stores home, login, dashboard, reporting, admin, and Git images.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VERSION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The Step 4 work is committed locally and ready for GitHub push.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GitHub CLI is not installed and the expected GitHub repository was not found, so push instructions were prepared for the final remote step.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627632"/>
            <a:ext cx="7717536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xampp\htdocs\peerconnect\docs\screenshots\08-git-github-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7680960" cy="2999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178308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32520" y="1783080"/>
            <a:ext cx="64008" cy="1051560"/>
          </a:xfrm>
          <a:prstGeom prst="rect">
            <a:avLst/>
          </a:prstGeom>
          <a:solidFill>
            <a:srgbClr val="237A57"/>
          </a:solidFill>
          <a:ln w="12700">
            <a:solidFill>
              <a:srgbClr val="237A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0" y="194767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Local Git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0" y="228600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Branch main contains the Step 4 development commits.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732520" y="306324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32520" y="3063240"/>
            <a:ext cx="64008" cy="1051560"/>
          </a:xfrm>
          <a:prstGeom prst="rect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0" y="322783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GitHub status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0" y="356616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Repository URL checked; repo not found yet.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732520" y="43434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32520" y="4343400"/>
            <a:ext cx="64008" cy="1051560"/>
          </a:xfrm>
          <a:prstGeom prst="rect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0" y="4507992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12B"/>
                </a:solidFill>
              </a:rPr>
              <a:t>Next command file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0" y="484632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docs/github-push-steps.md contains the exact push commands.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</a:rPr>
              <a:t>DEMO PATH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</a:rPr>
              <a:t>The presentation can close with a short live demonstration.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Use the simplified credentials and follow a path that proves authentication, matching, reporting, admin review, testing, and Git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659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Login as student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176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Use yasmine@student.peerconnect.test / password.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9659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1847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Show discovery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20640" y="2176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Open Dashboard and explain teacher matching.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9659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847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Submit report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23960" y="21762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Open Sami Teacher profile and show the safety form.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33756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4747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355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Login as admin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1732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Use admin@peerconnect.test / admin123.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333756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4747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355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Manage report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2064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Open Admin Reports and update case status/notes.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493776" cy="493776"/>
          </a:xfrm>
          <a:prstGeom prst="ellipse">
            <a:avLst/>
          </a:prstGeom>
          <a:solidFill>
            <a:srgbClr val="1457D9"/>
          </a:solidFill>
          <a:ln w="12700">
            <a:solidFill>
              <a:srgbClr val="145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34747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33558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Show Git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823960" y="36850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Open the Git evidence screenshot and GitHub push steps.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5193792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EAF8F1"/>
          </a:solidFill>
          <a:ln w="12700">
            <a:solidFill>
              <a:srgbClr val="EAF8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5413248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37A57"/>
                </a:solidFill>
              </a:rPr>
              <a:t>Result: PeerConnect is now a demonstrable dynamic Laravel website with real data, role-based flows, safety moderation, and version-control evidence.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ESPRIT School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PeerConnect Step 4 Development</dc:title>
  <dc:subject>Step 4 Dynamic Website Development</dc:subject>
  <dc:creator>PeerConnect Team</dc:creator>
  <cp:lastModifiedBy>PeerConnect Team</cp:lastModifiedBy>
  <cp:revision>1</cp:revision>
  <dcterms:created xsi:type="dcterms:W3CDTF">2026-05-09T09:04:21Z</dcterms:created>
  <dcterms:modified xsi:type="dcterms:W3CDTF">2026-05-09T09:04:21Z</dcterms:modified>
</cp:coreProperties>
</file>